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78328d433d4f3a" /><Relationship Type="http://schemas.openxmlformats.org/officeDocument/2006/relationships/extended-properties" Target="/docProps/app.xml" Id="R7d5e315d621a453b" /><Relationship Type="http://schemas.openxmlformats.org/officeDocument/2006/relationships/officeDocument" Target="/ppt/presentation.xml" Id="R9648f7076e6947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3182409a574364"/>
  </p:sldMasterIdLst>
  <p:notesMasterIdLst>
    <p:notesMasterId xmlns:r="http://schemas.openxmlformats.org/officeDocument/2006/relationships" r:id="R69a4f21737cd4351"/>
  </p:notesMasterIdLst>
  <p:sldIdLst>
    <p:sldId xmlns:r="http://schemas.openxmlformats.org/officeDocument/2006/relationships" id="256" r:id="R2e1d9d795bc84c3c"/>
    <p:sldId xmlns:r="http://schemas.openxmlformats.org/officeDocument/2006/relationships" id="257" r:id="Re9980e125823425f"/>
    <p:sldId xmlns:r="http://schemas.openxmlformats.org/officeDocument/2006/relationships" id="258" r:id="Rb341c37c225946a6"/>
    <p:sldId xmlns:r="http://schemas.openxmlformats.org/officeDocument/2006/relationships" id="259" r:id="R3f9bd3af3a9f4619"/>
    <p:sldId xmlns:r="http://schemas.openxmlformats.org/officeDocument/2006/relationships" id="260" r:id="R202f504ed9e74990"/>
    <p:sldId xmlns:r="http://schemas.openxmlformats.org/officeDocument/2006/relationships" id="261" r:id="Rb0ba3163d3b445ea"/>
    <p:sldId xmlns:r="http://schemas.openxmlformats.org/officeDocument/2006/relationships" id="262" r:id="R11d4f9d12951483a"/>
    <p:sldId xmlns:r="http://schemas.openxmlformats.org/officeDocument/2006/relationships" id="263" r:id="Rc537a705cdd74abe"/>
    <p:sldId xmlns:r="http://schemas.openxmlformats.org/officeDocument/2006/relationships" id="264" r:id="R77160e76181047e9"/>
    <p:sldId xmlns:r="http://schemas.openxmlformats.org/officeDocument/2006/relationships" id="265" r:id="R5dea8acf31394bbd"/>
    <p:sldId xmlns:r="http://schemas.openxmlformats.org/officeDocument/2006/relationships" id="266" r:id="R8ee18a8b4ff746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4a0eb28338444f" /><Relationship Type="http://schemas.openxmlformats.org/officeDocument/2006/relationships/slideMaster" Target="/ppt/slideMasters/slideMaster1.xml" Id="Re13182409a574364" /><Relationship Type="http://schemas.openxmlformats.org/officeDocument/2006/relationships/notesMaster" Target="/ppt/notesMasters/notesMaster1.xml" Id="R69a4f21737cd4351" /><Relationship Type="http://schemas.openxmlformats.org/officeDocument/2006/relationships/presProps" Target="/ppt/presProps.xml" Id="R7b7486872c064826" /><Relationship Type="http://schemas.openxmlformats.org/officeDocument/2006/relationships/tableStyles" Target="/ppt/tableStyles.xml" Id="Re2fae2a67026432f" /><Relationship Type="http://schemas.openxmlformats.org/officeDocument/2006/relationships/slide" Target="/ppt/slides/slide1.xml" Id="R2e1d9d795bc84c3c" /><Relationship Type="http://schemas.openxmlformats.org/officeDocument/2006/relationships/slide" Target="/ppt/slides/slide2.xml" Id="Re9980e125823425f" /><Relationship Type="http://schemas.openxmlformats.org/officeDocument/2006/relationships/slide" Target="/ppt/slides/slide3.xml" Id="Rb341c37c225946a6" /><Relationship Type="http://schemas.openxmlformats.org/officeDocument/2006/relationships/slide" Target="/ppt/slides/slide4.xml" Id="R3f9bd3af3a9f4619" /><Relationship Type="http://schemas.openxmlformats.org/officeDocument/2006/relationships/slide" Target="/ppt/slides/slide5.xml" Id="R202f504ed9e74990" /><Relationship Type="http://schemas.openxmlformats.org/officeDocument/2006/relationships/slide" Target="/ppt/slides/slide6.xml" Id="Rb0ba3163d3b445ea" /><Relationship Type="http://schemas.openxmlformats.org/officeDocument/2006/relationships/slide" Target="/ppt/slides/slide7.xml" Id="R11d4f9d12951483a" /><Relationship Type="http://schemas.openxmlformats.org/officeDocument/2006/relationships/slide" Target="/ppt/slides/slide8.xml" Id="Rc537a705cdd74abe" /><Relationship Type="http://schemas.openxmlformats.org/officeDocument/2006/relationships/slide" Target="/ppt/slides/slide9.xml" Id="R77160e76181047e9" /><Relationship Type="http://schemas.openxmlformats.org/officeDocument/2006/relationships/slide" Target="/ppt/slides/slide10.xml" Id="R5dea8acf31394bbd" /><Relationship Type="http://schemas.openxmlformats.org/officeDocument/2006/relationships/slide" Target="/ppt/slides/slide11.xml" Id="R8ee18a8b4ff746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e8360a0d8f46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922942fc2c413c" /><Relationship Type="http://schemas.openxmlformats.org/officeDocument/2006/relationships/notesMaster" Target="/ppt/notesMasters/notesMaster1.xml" Id="Rc6c222e519374b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d98b9ca1f04623" /><Relationship Type="http://schemas.openxmlformats.org/officeDocument/2006/relationships/notesMaster" Target="/ppt/notesMasters/notesMaster1.xml" Id="R96f059c7a1484e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475301c78540e7" /><Relationship Type="http://schemas.openxmlformats.org/officeDocument/2006/relationships/notesMaster" Target="/ppt/notesMasters/notesMaster1.xml" Id="R865951f362024e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a8d699974b4a71" /><Relationship Type="http://schemas.openxmlformats.org/officeDocument/2006/relationships/notesMaster" Target="/ppt/notesMasters/notesMaster1.xml" Id="Ra4092720ad1441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f376974fcb40a3" /><Relationship Type="http://schemas.openxmlformats.org/officeDocument/2006/relationships/notesMaster" Target="/ppt/notesMasters/notesMaster1.xml" Id="Ra9028ece7dcf4f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977e1d6ae84015" /><Relationship Type="http://schemas.openxmlformats.org/officeDocument/2006/relationships/notesMaster" Target="/ppt/notesMasters/notesMaster1.xml" Id="R406e8b9c84014f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78c3398d444053" /><Relationship Type="http://schemas.openxmlformats.org/officeDocument/2006/relationships/notesMaster" Target="/ppt/notesMasters/notesMaster1.xml" Id="R282ee1a95a1e4b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fbed095dd44e60" /><Relationship Type="http://schemas.openxmlformats.org/officeDocument/2006/relationships/notesMaster" Target="/ppt/notesMasters/notesMaster1.xml" Id="R171b93265bcb47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14564e1c73474f" /><Relationship Type="http://schemas.openxmlformats.org/officeDocument/2006/relationships/notesMaster" Target="/ppt/notesMasters/notesMaster1.xml" Id="Rb4d7547bf3b24d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37c2ed08e544a2" /><Relationship Type="http://schemas.openxmlformats.org/officeDocument/2006/relationships/notesMaster" Target="/ppt/notesMasters/notesMaster1.xml" Id="Rfa1f6fad185646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8ba7e8a6a84bd1" /><Relationship Type="http://schemas.openxmlformats.org/officeDocument/2006/relationships/notesMaster" Target="/ppt/notesMasters/notesMaster1.xml" Id="R498d4c5664f240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924088e7645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1d50c482ff4c69" /><Relationship Type="http://schemas.openxmlformats.org/officeDocument/2006/relationships/slideLayout" Target="/ppt/slideLayouts/slideLayout1.xml" Id="Rffc9cab2bbae44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c9cab2bbae44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0ae0773b749ae" /><Relationship Type="http://schemas.openxmlformats.org/officeDocument/2006/relationships/notesSlide" Target="/ppt/notesSlides/notesSlide1.xml" Id="Rcbb667a1cc6b4c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d377e6c604592" /><Relationship Type="http://schemas.openxmlformats.org/officeDocument/2006/relationships/notesSlide" Target="/ppt/notesSlides/notesSlide2.xml" Id="R128c1b740a2442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a42d799b44a47" /><Relationship Type="http://schemas.openxmlformats.org/officeDocument/2006/relationships/image" Target="/ppt/media/image.png" Id="R55631a31037342d1" /><Relationship Type="http://schemas.openxmlformats.org/officeDocument/2006/relationships/notesSlide" Target="/ppt/notesSlides/notesSlide3.xml" Id="Re104c5e4af3645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ac991cc914808" /><Relationship Type="http://schemas.openxmlformats.org/officeDocument/2006/relationships/notesSlide" Target="/ppt/notesSlides/notesSlide4.xml" Id="R354a0284ee974f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0efbf3008481c" /><Relationship Type="http://schemas.openxmlformats.org/officeDocument/2006/relationships/notesSlide" Target="/ppt/notesSlides/notesSlide5.xml" Id="Ra1253088b25a42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21b89e39a465f" /><Relationship Type="http://schemas.openxmlformats.org/officeDocument/2006/relationships/notesSlide" Target="/ppt/notesSlides/notesSlide6.xml" Id="R2a827a071e0246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aaa65372d4c45" /><Relationship Type="http://schemas.openxmlformats.org/officeDocument/2006/relationships/notesSlide" Target="/ppt/notesSlides/notesSlide7.xml" Id="R98a56b1b72cb43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c772b583c43f2" /><Relationship Type="http://schemas.openxmlformats.org/officeDocument/2006/relationships/notesSlide" Target="/ppt/notesSlides/notesSlide8.xml" Id="Re03ff9e092c94a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6dbaf9ec94019" /><Relationship Type="http://schemas.openxmlformats.org/officeDocument/2006/relationships/notesSlide" Target="/ppt/notesSlides/notesSlide9.xml" Id="R5d4d1185712d41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00e4d6c614942" /><Relationship Type="http://schemas.openxmlformats.org/officeDocument/2006/relationships/notesSlide" Target="/ppt/notesSlides/notesSlide10.xml" Id="Rbcc42ba97a4b4b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4d723e96748b8" /><Relationship Type="http://schemas.openxmlformats.org/officeDocument/2006/relationships/notesSlide" Target="/ppt/notesSlides/notesSlide11.xml" Id="Re06cfd5268d449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E8ECD4-CDCE-46F5-AEBC-3535DA84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30B18-D23D-4980-AC1E-E007EA8F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805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CartTruth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B9DF4-F7DA-4CDD-A8F8-BD5F30AB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619375"/>
            <a:ext cx="575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Checkout price verification for marketplaces, sellers, and commerce teams.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D397D-7B43-4390-9016-CB228460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838200"/>
            <a:ext cx="31432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0C698-1414-4560-9D58-44B68C55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85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shown price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11E53-4C4B-4626-9D13-86C3B364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919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7B771-0EC3-4F6A-AD84-78375154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25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vouchers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71B92-2BAC-4480-BA03-0E87BA3D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417D3-B437-4E93-9A4E-C2A145C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6B02E-A662-48C6-80A2-3FF46636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Project deck |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B4245-1AFA-44C4-9359-7B4750FB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1424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17B61C-3217-4670-8D6A-D8B72F75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checkout total is where ecommerce trust breaks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F5217-EBB8-4173-9AD5-8D66EF84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CartTruth project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561C5-6681-4730-8E68-A3B15CF9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C0121-376D-4B61-A288-94B01342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Product pages show the promise. Checkout reveals the real price.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346AE-7235-4845-9811-19BDA64A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0325"/>
            <a:ext cx="3238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F4E9A-CF94-464D-B249-A3C9E584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52725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Price drift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035B1-CB65-4B24-9B56-5C080DCD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Delivery, platform fees, service fees, tax, vouchers, and quantity rules can change the final amount.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0AE88-004B-4F15-9148-4F5F8A95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00325"/>
            <a:ext cx="3238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85339-E67B-4642-9B10-A53C9628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52725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Operational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0B6FB-0D40-4A7D-97B5-706C5864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52775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Support teams need evidence when shoppers, sellers, and marketplaces disagree about the total.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849FE-C454-490C-9973-C84B9507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00325"/>
            <a:ext cx="3238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FFBE6-0192-4FC1-958C-A533BA95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52725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Automation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57F27-940D-40AE-908B-7D18FFC4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52775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Existing systems often know catalog prices, but not what a real account sees at checkout.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F5439-7067-42E3-B9CF-0A166CBF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223F9-AD69-424E-8A56-CFA83CDE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6E254-A7FE-4E74-B210-480E58D8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4345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abandoned because extra checkout costs were too high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9E16F-3216-48A5-8114-F88EF741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7675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DF7CF-0F01-46E5-A5AF-9C5EE2DB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5297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F2C57-5D48-4475-AAC3-01B0871F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4345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68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top ecommerce checkouts performed mediocre or worse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74E6F-CC64-45B7-A01F-3715FEA9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7675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D3479-E08D-40DF-B3DC-629E275C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5297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F6E7F-25FF-45F9-BA45-75F1B8E7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4345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source of truth: the final payable total customers remember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CF0BC-1F56-415B-ABCF-6D5DD041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Sources: Baymard UX statistics and Checkout UX benchmark; CartTruth product analysis.</a:t>
            </a:r>
          </a:p>
        </p:txBody>
      </p:sp>
    </p:spTree>
    <p:extLst>
      <p:ext uri="{BB962C8B-B14F-4D97-AF65-F5344CB8AC3E}">
        <p14:creationId xmlns:p14="http://schemas.microsoft.com/office/powerpoint/2010/main" val="409836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7E46F2-D157-4C09-A31B-3F004C93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CartTruth already proves the Daraz workflow end to 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82C17-4483-4E84-B3EA-368971F6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8625"/>
            <a:ext cx="377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Current product surface, based on the local web app.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87149-FAE3-4E42-BE4E-A58D227A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CartTruth project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D7160-D0C8-41C0-8454-1DFE112F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31a31037342d1"/>
          <a:srcRect xmlns:a="http://schemas.openxmlformats.org/drawingml/2006/main" l="0" t="4665" r="0" b="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00200"/>
            <a:ext cx="6143625" cy="3790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3BF9A-AF2F-47CE-B7BE-B74E7980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0200"/>
            <a:ext cx="45148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3932E-C861-4F29-B033-6002D2CD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Search or paste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059D1-E879-4F98-960A-F474094F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Find Daraz products through search or a direct product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364C1-4CE3-4248-87A7-144D3C7D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9555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 quantities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5E1DA-BF62-4FA4-BDE7-7A5151D4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Build a selected product list and recalculate product-page prices.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72259-2BC8-4C41-A561-7D83729A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Save 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F38C4-EB27-40FA-A351-29A8AF20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81350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1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an inbuilt Daraz browser so checkout sees the same account session.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B5C8C-00BF-4103-9E18-64D1046D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6715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checkout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4844E-7E1F-4569-88A3-1C45681D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67150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Capture product price, line price, delivery, platform fee, vouchers, and total.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C85C0-7036-4515-8914-DC23D395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FE63B-7706-4F3A-BCBC-AAEE758E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Store screenshots, JSON extraction data, run history, and artifact links.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8989A-26B1-40C1-AEFB-9CC19067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Source: CartTruth repository and local app state inspected July 7, 2026.</a:t>
            </a:r>
          </a:p>
        </p:txBody>
      </p:sp>
    </p:spTree>
    <p:extLst>
      <p:ext uri="{BB962C8B-B14F-4D97-AF65-F5344CB8AC3E}">
        <p14:creationId xmlns:p14="http://schemas.microsoft.com/office/powerpoint/2010/main" val="330904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32DAB0-3852-41D8-B765-6DDB5F39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product acts like a careful buyer, then stops before purchase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1CBBC-7EA3-4316-8094-0AFC0603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CartTruth project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8F372-3CED-41A9-8657-F805CE85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C4496-CCAF-446C-BF6B-3C2096B7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0AE66-6412-4E73-AB5D-DF63C052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00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B6961-5D7E-40CC-B65F-5578C5B5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3167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3E652-F05B-4A2A-9CC7-6EE09F96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38EBB-AD28-473A-827B-4028A576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9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user searches Daraz or pastes a product URL, then selects products and quantities.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63B49-5314-41E3-B81D-72712925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E65C2-6445-44C0-B69B-5FACFB94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400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D01B3-76BA-414E-B570-9A0E50C4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3167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D90E3-37F7-48F8-BE6C-0D1658DF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573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2B51B-2D8D-4215-A8C5-FAE01F6F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3835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inbuilt browser captures and validates a saved Daraz login profile.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F88F8-A656-450E-BE93-2E019164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1FE81-B37A-4CAE-A95E-A9765D99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400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55FF7-A8F6-4BDD-9E96-D7FA593F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764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3167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80C61-996F-40A7-8DC5-08259014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 read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29C3B-B019-4ED3-82F7-303220D2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53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Playwright opens each product page and records the observed product-page price.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1744E-526F-4568-B987-5F4CB0D7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2A909-569B-424F-B197-F307D5DD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400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1F351-57CB-4A24-8171-6E14D9D0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805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3167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B1CC8-CE95-42C0-93E4-BBC9D8F0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Cart isolation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BB5F8-C2C1-4194-B4EA-C21203FE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app navigates to cart, selects only requested products, and adjusts quantities.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DA8F24-F1A7-42AE-8A8B-4EAD72DE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7660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26BAF0-8B9A-40E2-B411-E4F292A2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76600"/>
            <a:ext cx="400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7E18E7-1F2A-460B-B490-3CB9E509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3167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454BDD-7701-4EF3-806D-F7610FE2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extraction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22949F-E5D9-447A-96FA-C3FE673D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000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It loads checkout, parses line prices, fees, vouchers, delivery, and order total.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06758C-076F-4853-B9D5-BD11C914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2720E1-2559-4240-8A38-D70283B0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400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5DC3BE-81C5-4FA2-A3BA-74D4E58E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3167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509191-0CFC-4900-B431-8784021F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A0CA2B-42A3-453F-8300-CF38E0D0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95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result writes JSON and screenshots so humans or systems can review the finding.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B21CA1-9784-44E8-BA62-48F51CEC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F75C0B-796C-4EAD-ABD4-61FFFF47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Guardrail: CartTruth blocks order-finalization requests and never submits payment or purchase actions.</a:t>
            </a:r>
          </a:p>
        </p:txBody>
      </p:sp>
    </p:spTree>
    <p:extLst>
      <p:ext uri="{BB962C8B-B14F-4D97-AF65-F5344CB8AC3E}">
        <p14:creationId xmlns:p14="http://schemas.microsoft.com/office/powerpoint/2010/main" val="268315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EED826-08FA-4045-946C-5E7C3D96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Safety and evidence make the result usable, not just scraped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A10C-C0FD-41C3-8279-FBF1BD91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CartTruth project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629FB-D761-4AF2-9647-C95D7F37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8035A-399E-40A2-9584-6E6EC344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14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DCA94-B780-43FE-9AE8-7774A58E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Never-purchase guard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B2194-67EB-4404-A305-B278F5EA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Network routes abort order/payment/finalization requests. Unsafe purchase button labels are refused before click.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15989-8CFC-4A14-9240-286D60C0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514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B51E3-5C2A-43CE-BB4C-FA8DC8DF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9070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Session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27EF2-438C-404C-8765-9D48BC3B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app reports missing, saved, needs-login, needs-verification, unknown, and live browser states.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3AB32-307C-418A-B4AC-5D98F57C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514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60BE6-B5C1-4C0C-A676-FC45738B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Blocker classification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D57BE-1C45-444C-94EE-B4525476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CAPTCHA, blocked traffic, login requirements, unavailable products, and manual attention become explicit statuses.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84738-CC1B-4309-9F74-6D3369EB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86150"/>
            <a:ext cx="514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129D0-F579-4FB7-92A8-08A2FED6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Audit trail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59B7D-3CEB-433D-B973-01A9E135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Each run writes selected products, extraction data, screenshots, final result JSON, and redacted artifacts.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D0F1B-11B1-499C-A86F-F1F76994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49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is the difference between screen scraping and a verification workflow that a support, QA, or platform team can trust.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02ED4-6110-4D71-B4D5-8C0EA1A1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Source: CartTruth core safety, redaction, evidence, and Daraz service modules inspected July 7, 2026.</a:t>
            </a:r>
          </a:p>
        </p:txBody>
      </p:sp>
    </p:spTree>
    <p:extLst>
      <p:ext uri="{BB962C8B-B14F-4D97-AF65-F5344CB8AC3E}">
        <p14:creationId xmlns:p14="http://schemas.microsoft.com/office/powerpoint/2010/main" val="916984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C56133-F15F-4E50-8E94-9C2F7229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codebase is already shaped like a multi-retailer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1EB20-E2B4-49C1-AA27-4950DC71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CartTruth project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114BB-5913-4DDF-A9D0-0D4240FF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491FE-1CFF-47F1-931E-A972C576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2076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A2B98-21FF-4EC1-8B84-B022416D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76E05-BB8F-437F-90FE-5B0B32C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EC997-290E-4C5A-BE7E-D7DFA855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95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React web app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CLI runner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Local API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9A097-85F4-4CB6-90F2-B90365D4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71625"/>
            <a:ext cx="2076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D58DD-9525-4AA5-8F63-8D0D898E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716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6ECF9-B9C9-4373-8443-4431BBA3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66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DAFC8-4200-4822-AF7C-CBAD32AD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76500"/>
            <a:ext cx="1695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Zod request/result schemas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Money and comparison helpers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Status and failure taxonomy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E6C1B-8831-4957-94B5-672E8585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71625"/>
            <a:ext cx="2076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178FD-05AE-499D-B374-77C93B3E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716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80B3C-FA1D-4407-A5AF-7E2514B5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66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8CF2B-87F4-445A-85CC-03E85C9E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76500"/>
            <a:ext cx="1695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Playwright flows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Session capture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Proxy provider interface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Never-purchase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8D944-656F-4F8F-A95A-AA9492AD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71625"/>
            <a:ext cx="2076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1C27A-9C2B-4DFD-83CB-1210E574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716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F01C5-FC4C-4755-8463-59718BD4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66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Adapters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57991-AC9C-4D60-AE2D-56F3CEDF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76500"/>
            <a:ext cx="1695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Daraz service for LK flow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Walmart adapter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Target and BestBuy scaffolds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Mock adapter for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DA454-D962-410A-8B30-D6788D58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71625"/>
            <a:ext cx="2076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2829C-F157-4BAA-837B-8F8E98B1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716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2957D-F6FB-4334-9AF1-9FC95AF7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866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AC362-E9DF-45BC-98B1-0E6DE854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76500"/>
            <a:ext cx="1695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Run directories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Screenshots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JSON reports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Artifact endpoints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8E1E4-637E-4905-B4FB-8B09A73A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C469B4-E697-4078-B718-BFE20029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Design implication: REST and MCP do not require a rewrite. They expose the same runner, schemas, adapters, and evidence model through new contracts.</a:t>
            </a:r>
          </a:p>
        </p:txBody>
      </p:sp>
    </p:spTree>
    <p:extLst>
      <p:ext uri="{BB962C8B-B14F-4D97-AF65-F5344CB8AC3E}">
        <p14:creationId xmlns:p14="http://schemas.microsoft.com/office/powerpoint/2010/main" val="1075362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A2D577-EBBD-47F5-BD08-23319852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market is large because checkout accuracy touches every online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AD1E0-1163-4AD6-8655-93B6270F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CartTruth project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D3811-739B-4CDA-A80C-C40C2587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0668C-A290-46F5-B7AA-CD8B492E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5812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7CD4C-E9F3-4A63-8B14-AA3DE127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$28T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478FB-4D01-429A-8D49-5EA1A53F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1621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business ecommerce sales across 45 economies in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5CC7A-CF1D-45E6-BB5D-62F78F29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UNCTAD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3B07D-5D84-44A4-A180-B7ACD5A2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25812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40550-232A-4D49-AAFE-ECAE0923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9070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$3.88T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F8F8D-DF7B-4A3D-B6AC-2E0598B7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21621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global consumer ecommerce revenue forecast for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820C5-5AD6-4071-B052-F8AEB64E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43300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Statista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A4F77-FA9B-400E-ABF0-FE267BFE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25812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E27DE-5338-4DBF-B08A-6EC3129B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$3.0B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71482-866D-4A8E-BCDA-CB2883EA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21621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Sri Lanka ecommerce revenue projected by 2028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C8459-4515-4321-A0C3-94E72F32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ECDB via The Morning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CF3FD-104D-429C-901E-229BE60C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62100"/>
            <a:ext cx="21526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9D4C6-2E63-4C31-8D0C-165EEB7C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177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AA4F3-5421-44C0-A516-21B517FD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71750"/>
            <a:ext cx="1733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abandonment tied to extra costs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DADC6-3995-4BCD-81DB-FDC5E55D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Baymard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19E6B-35FC-43E2-BD6E-69A505D9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62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CartTruth does not need to own checkout or payments. It can sit in the verification layer that protects price accuracy before money moves.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78A3C-2466-46D5-937C-16ADEEAF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3409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F13CD-8728-49E5-8317-07F7637F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Wedge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5B7A2-77DF-40E4-A81C-8CE3313C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9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90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where checkout totals are most opaque, then expand by retailer adapter and client integration.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3CA56-F352-48DD-8951-9AC733FA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Sources: UNCTAD Data Hub 2024 update; Statista eCommerce Worldwide Market Forecast; Baymard UX statistics; The Morning citing ECDB.</a:t>
            </a:r>
          </a:p>
        </p:txBody>
      </p:sp>
    </p:spTree>
    <p:extLst>
      <p:ext uri="{BB962C8B-B14F-4D97-AF65-F5344CB8AC3E}">
        <p14:creationId xmlns:p14="http://schemas.microsoft.com/office/powerpoint/2010/main" val="460800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5EECEC-58DE-4546-A7B8-D2DF8DFC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Daraz is the beachhead; the platform expands by adapter and account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B8FD2-359A-4414-A9F6-8B613105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CartTruth project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709A7-AE09-47B4-BAF2-08818980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90BBA-1041-4F5A-8DF9-80D59555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1435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1B0C5-E416-48D4-889D-515EF8E6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51435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B1534-53EC-40C0-8144-D7560682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Beachhead: Daraz Sri Lanka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A2B70-7DCB-4D79-BD3F-07F65BDB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428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8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focused marketplace flow gives CartTruth a concrete, local use case where delivery, vouchers, fees, and session state materially change the payable total.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AB4F9-A5C4-4346-8AEE-BDD4C598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Best early 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6B82A-2AFF-4C75-9AC5-3D73EF5E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0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Deal hunters</a:t>
            </a:r>
          </a:p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Marketplace sellers</a:t>
            </a:r>
          </a:p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Support teams reproducing complaints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A5B84-9F30-4030-A885-2B17D4AC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669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Expansion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CC188-1F99-4A1E-9725-4E720F73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19350"/>
            <a:ext cx="4191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8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Each new adapter adds a retailer-specific checkout reader while preserving the same input contract, safety layer, evidence trail, and status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4212C-784A-42FB-A9E9-338D175B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90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Higher-value clients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63C4D-B408-441F-AD08-038CC7D4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5290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3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Retail QA teams</a:t>
            </a:r>
          </a:p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Ecommerce operations</a:t>
            </a:r>
          </a:p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Fintech and offer partners</a:t>
            </a:r>
          </a:p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AI automation teams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1B721-B38E-45BC-91DF-38057C74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Sources: CartTruth current Daraz implementation; Daraz Sri Lanka market page for local ecommerce context.</a:t>
            </a:r>
          </a:p>
        </p:txBody>
      </p:sp>
    </p:spTree>
    <p:extLst>
      <p:ext uri="{BB962C8B-B14F-4D97-AF65-F5344CB8AC3E}">
        <p14:creationId xmlns:p14="http://schemas.microsoft.com/office/powerpoint/2010/main" val="8212451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ACC951-B529-4521-B072-853E7EAA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REST and MCP turn CartTruth into infrastructure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91811-9B08-463B-B6D8-E8D4877B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CartTruth project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CF903-0F49-44BC-9616-253141E1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A9BD2-FA6C-445C-BA04-33A6A011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1435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FE5BC-84D3-455D-B97C-DC4191D0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51435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7EFBD-175A-450F-9512-5D5C68F5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14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BFC31-40DD-4E24-ADE5-2F8F5858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514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AC38C-4D89-4988-A805-72B15B3F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REST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EAF8D-CC2D-4B23-B9B6-DFD8FA74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For existing client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04AB3-EB8F-4366-8A11-9512994B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 /checks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GET /runs/:id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GET /runs/:id/artifacts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 /sessions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Webhook on completed, blocked, needs_attention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Auth, quotas, adapter health, and evidence retention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D4DBC-E386-4E8B-A9D4-7A928449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621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MCP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780CD-885F-46E8-A431-4A304653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For AI agents and analyst workflows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86C11-8784-4D50-98EF-39F62BE8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095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Tools: check_cart_total, search_product, read_run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Resources: run JSON, screenshots, adapter status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Prompts: investigate price delta, summarize evidence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Transports: local stdio first, hosted HTTP later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74A1D-37C3-4C0C-84F4-9BD88A2A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010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7A19B-0D74-40A0-A9C0-CBD8D238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engine, two surfaces: deterministic APIs for software, MCP primitives for models that need tools and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8FB3C-5816-456C-BC4D-10729AC8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Sources: Model Context Protocol specification 2025-06-18; official TypeScript SDK docs; CartTruth local API endpoints.</a:t>
            </a:r>
          </a:p>
        </p:txBody>
      </p:sp>
    </p:spTree>
    <p:extLst>
      <p:ext uri="{BB962C8B-B14F-4D97-AF65-F5344CB8AC3E}">
        <p14:creationId xmlns:p14="http://schemas.microsoft.com/office/powerpoint/2010/main" val="1830568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9F57DB-B13C-4B9D-B111-10E33FBF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practical go-to-market can start with paid verification workflows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5AEE7-CE30-4898-AF26-A01976D0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CartTruth project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0C1D0-AAB0-4897-B3F1-D5C251E3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9FE17-AC38-4C19-89D8-B7A486DF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F1FE6-0FEE-453B-8271-5831C3D1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243B3-FA89-486C-8B4E-E79AE40A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145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536D3-1E50-4DB3-9990-40AE76CD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145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CartTruth offer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F7959-F29A-41E7-B839-92D347C9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145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Pricing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56EAA-78F6-4EE7-AF21-77DA40A9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71151-5689-4F2F-95D2-6E0E908B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Marketplace sellers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E55D5-FC66-4B55-8811-FA0548EE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Final price and voucher outcome is hard to monitor.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B25B9-A8F7-48ED-874B-9869719D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860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252DF-02B4-4489-B401-BC980B75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Saved product lists, scheduled checks, evidence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A0554-CE10-46D4-9D9D-D3809BA1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57B5A-3843-4845-9EC0-25621568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 subscription plus check quota.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F901A-2D78-4AE7-9B2F-C793E1C2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2860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9DDE6-52D6-43CB-ABD6-72491C50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10A9A-4D62-4D16-8BD3-43365EEB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Ecommerce QA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37D89-1CB2-4C85-832C-FE46465B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480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Pricing releases can break totals across regions and accounts.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50807-900A-449F-B3CF-1A37905A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527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73DA0-1C9F-4445-92AF-61ACF746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480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Scenario files, CI/API checks, adapter health reports.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4F343-63C6-43FD-8C79-60DA842A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527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CB87D-B2DE-4051-AA18-1B18F852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480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Team plan or usage-based runs.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C4BC69-FCC8-471B-A4FB-642884D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9527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015169-D7FA-44CE-866B-88423FB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ABB102-F89C-490E-ABC8-C0CAC411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Support and compliance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376D94-FAC9-43AE-A788-ED10FE32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Disputes need reproducible proof.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277229-3272-486D-8C8E-8D9B7D07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E9B987-7FDB-40A4-A5CA-815760E8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14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Read-only evidence bundles with redacted screenshots.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FC6E92-8CCE-4F19-B9A5-5CF60068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FA4296-D6BA-48FA-B375-B0F93FCB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Seat-based review access.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667891-662B-4C18-919D-43328AA7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EF4ED4-4909-450A-83EC-0893B565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3DFD74-A133-4102-8040-45F51E97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/ automation teams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7B8BA8-A47A-41B6-BAF5-6380C6B0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15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Agents need a safe checkout tool, not browser improvisation.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81905C-9067-45C4-A872-3CBD0553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862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34DED5-43C1-4263-B629-6ACF71E0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815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MCP tools, resources, and prompts on top of REST contracts.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245CAF-2E3D-4723-9F35-8873163F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393B24-3430-4FE5-BE0F-A1BA5FBC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815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Platform plan with MCP/API limits.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071947-8EB7-4009-B4FF-5F8AD41B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2862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20D109-6671-4496-A28E-EDA94020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1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first commercial proof does not require a broad marketplace. It requires a few repeat users who already lose time validating checkout outcomes manually.</a:t>
            </a:r>
          </a:p>
        </p:txBody>
      </p:sp>
    </p:spTree>
    <p:extLst>
      <p:ext uri="{BB962C8B-B14F-4D97-AF65-F5344CB8AC3E}">
        <p14:creationId xmlns:p14="http://schemas.microsoft.com/office/powerpoint/2010/main" val="1918893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AAD0BA-261B-4CAA-AA5E-2DB0F4E1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milestones turn a working checker into a pilotable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82559-4D36-4169-AB19-715D1A49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CartTruth project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E5C98-CD1E-47EB-95F8-0A270FDA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7BD4A-3CE5-4EBB-A64B-C6E1007E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914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EEB30-3DE0-43F6-929A-0890DCFD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7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B9B89-73E9-435F-96F4-6F0406E9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00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Harden Daraz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80325-1C71-40A1-BA77-BDCA3E7F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287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5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Improve extraction coverage, product matching, privacy redaction, and blocked-state handling.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6AC8F-46C6-4B94-9350-972229DB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914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22E68-77C1-440B-BBFE-143DB1F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7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49318-C024-48A5-A827-55070727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43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Formalize 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B18E9-7480-410E-94B5-F913AF30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717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Publish request/result contracts, API keys, webhooks, hosted evidence, and adapter health endpoints.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39963-7C6D-4B21-A4F6-1230B271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914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5C3B0-DD86-4738-B212-F1ABD29B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7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A95B1-9619-44A1-A2D4-9A3DF354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86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Ship MCP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C8D41-C3C4-4E99-9703-F7FC96B8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146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Expose search, check, read-run, and evidence resources for agentic client workflows.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B070D-A5AC-4BBA-AE15-9F118DE1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914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26EAB-FEE6-4508-B875-71704F36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7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5321A1-287F-4D43-BC21-7D046B63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29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Add adapters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C1A08-7FB1-469F-982B-3449853C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576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Package the adapter SDK and implement the next marketplace or retailer path.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A5A02-8343-4E02-AEF0-F335A129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914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E8B5F-B9C0-43C3-A5E2-242A127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7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979CB-4C9F-4ACF-B518-8E2AF7FD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72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pilots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2779E6-75AA-400E-BF10-D503E517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005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Recruit 2-3 sellers or commerce teams and measure saved time, dispute quality, and repeat usage.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69176-D54E-4805-9025-F04EA160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F67D0A-FF8C-47E1-B824-35B71CC0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24525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Ask: approve the API + MCP roadmap and start pilot discovery with real checkout-verification users.</a:t>
            </a:r>
          </a:p>
        </p:txBody>
      </p:sp>
    </p:spTree>
    <p:extLst>
      <p:ext uri="{BB962C8B-B14F-4D97-AF65-F5344CB8AC3E}">
        <p14:creationId xmlns:p14="http://schemas.microsoft.com/office/powerpoint/2010/main" val="1306964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2026-07-07T14:13:02.7540000Z</dcterms:created>
  <dcterms:modified xsi:type="dcterms:W3CDTF">2026-07-07T14:13:02.7540000Z</dcterms:modified>
</coreProperties>
</file>